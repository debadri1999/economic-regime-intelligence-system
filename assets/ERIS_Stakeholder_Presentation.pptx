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ERIS — Economic Regime Intelligence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Stakeholder demonstration · End-to-end pipeline, models &amp; business value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Project introduction &amp; business objectives</a:t>
            </a:r>
          </a:p>
          <a:p>
            <a:pPr>
              <a:defRPr sz="1400"/>
            </a:pPr>
            <a:r>
              <a:t>Data sources &amp; collection</a:t>
            </a:r>
          </a:p>
          <a:p>
            <a:pPr>
              <a:defRPr sz="1400"/>
            </a:pPr>
            <a:r>
              <a:t>Feature engineering &amp; preprocessing</a:t>
            </a:r>
          </a:p>
          <a:p>
            <a:pPr>
              <a:defRPr sz="1400"/>
            </a:pPr>
            <a:r>
              <a:t>Models: Sentiment, Regime, Topics</a:t>
            </a:r>
          </a:p>
          <a:p>
            <a:pPr>
              <a:defRPr sz="1400"/>
            </a:pPr>
            <a:r>
              <a:t>Stress level, AI briefing &amp; dashboard</a:t>
            </a:r>
          </a:p>
          <a:p>
            <a:pPr>
              <a:defRPr sz="1400"/>
            </a:pPr>
            <a:r>
              <a:t>Technical terminology (with business significance)</a:t>
            </a:r>
          </a:p>
          <a:p>
            <a:pPr>
              <a:defRPr sz="1400"/>
            </a:pPr>
            <a:r>
              <a:t>KPI success factors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What: ERIS is an Economic Regime Intelligence System that turns financial text and market data into actionable risk and regime signals.</a:t>
            </a:r>
          </a:p>
          <a:p>
            <a:pPr>
              <a:defRPr sz="1400"/>
            </a:pPr>
            <a:r>
              <a:t>Why: Stakeholders need a single view of market mood (Risk-On / Transitional / Risk-Off), stress level, and narrative themes—not raw news alone.</a:t>
            </a:r>
          </a:p>
          <a:p>
            <a:pPr>
              <a:defRPr sz="1400"/>
            </a:pPr>
            <a:r>
              <a:t>Who: Built for investors, risk managers, and leadership who need explainable, data-driven insights on regime and sentiment.</a:t>
            </a:r>
          </a:p>
          <a:p>
            <a:pPr>
              <a:defRPr sz="1400"/>
            </a:pPr>
            <a:r>
              <a:t>Outcome: A live dashboard (Streamlit) with stress gauge, regime over time, topic themes, and GPT-powered briefings.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Problem: Dispersed data (news, Fed, earnings, markets) and no unified view of economic regime or narrative themes.</a:t>
            </a:r>
          </a:p>
          <a:p>
            <a:pPr>
              <a:defRPr sz="1400"/>
            </a:pPr>
            <a:r>
              <a:t>Objective 1: Ingest multiple data sources and store them in a single pipeline.</a:t>
            </a:r>
          </a:p>
          <a:p>
            <a:pPr>
              <a:defRPr sz="1400"/>
            </a:pPr>
            <a:r>
              <a:t>Objective 2: Derive sentiment and regime from text so stakeholders see mood and risk level.</a:t>
            </a:r>
          </a:p>
          <a:p>
            <a:pPr>
              <a:defRPr sz="1400"/>
            </a:pPr>
            <a:r>
              <a:t>Objective 3: Surface key themes (topics) and link regime to market data for context.</a:t>
            </a:r>
          </a:p>
          <a:p>
            <a:pPr>
              <a:defRPr sz="1400"/>
            </a:pPr>
            <a:r>
              <a:t>Objective 4: Deliver a stakeholder-ready dashboard with KPIs and AI briefings.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 — high-level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Phase 1 — Collect: News (NewsAPI), Fed (scraper), Market (yfinance, FRED), Kaggle (financial news + earnings), optional CSV earnings.</a:t>
            </a:r>
          </a:p>
          <a:p>
            <a:pPr>
              <a:defRPr sz="1400"/>
            </a:pPr>
            <a:r>
              <a:t>Phase 2 — Preprocess: Clean text, deduplicate, language filter, time-align → documents_processed.</a:t>
            </a:r>
          </a:p>
          <a:p>
            <a:pPr>
              <a:defRPr sz="1400"/>
            </a:pPr>
            <a:r>
              <a:t>Phase 3 — NLP: FinBERT sentiment per document → nlp_signals; BERTopic for topic labels.</a:t>
            </a:r>
          </a:p>
          <a:p>
            <a:pPr>
              <a:defRPr sz="1400"/>
            </a:pPr>
            <a:r>
              <a:t>Phase 4 — Regime: Daily sentiment features → HMM (3 states) → regime_states (Risk-On / Transitional / Risk-Off).</a:t>
            </a:r>
          </a:p>
          <a:p>
            <a:pPr>
              <a:defRPr sz="1400"/>
            </a:pPr>
            <a:r>
              <a:t>Phase 5 — App: Stress score (0–100), regime chart, topics, market overlay, GPT risk briefing &amp; mitigation paths.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 — where the data comes from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NewsAPI: Regime-relevant queries (inflation, recession, fed policy, credit markets, banking stress, yield curve, rate hike, QT, unemployment, earnings miss, default risk). Business significance: Real-time narrative that drives market sentiment.</a:t>
            </a:r>
          </a:p>
          <a:p>
            <a:pPr>
              <a:defRPr sz="1400"/>
            </a:pPr>
            <a:r>
              <a:t>Federal Reserve: FOMC statements, speeches (fed_scraper). Business significance: Policy and forward guidance that move markets.</a:t>
            </a:r>
          </a:p>
          <a:p>
            <a:pPr>
              <a:defRPr sz="1400"/>
            </a:pPr>
            <a:r>
              <a:t>Market (yfinance): SPY, VIX, GLD, TLT, HYG — OHLCV and derived returns. Business significance: Observable market state to compare with text-based regime.</a:t>
            </a:r>
          </a:p>
          <a:p>
            <a:pPr>
              <a:defRPr sz="1400"/>
            </a:pPr>
            <a:r>
              <a:t>FRED: DGS10, DGS2, T10Y2Y, HY spread, UNRATE, CPI. Business significance: Macro context for stress and regime.</a:t>
            </a:r>
          </a:p>
          <a:p>
            <a:pPr>
              <a:defRPr sz="1400"/>
            </a:pPr>
            <a:r>
              <a:t>Kaggle: Financial news datasets (e.g. sentiment-analysis-for-financial-news), earnings call transcripts. Business significance: Historical bulk for robust sentiment and topic modeling.</a:t>
            </a:r>
          </a:p>
          <a:p>
            <a:pPr>
              <a:defRPr sz="1400"/>
            </a:pPr>
            <a:r>
              <a:t>Earnings: CSV (data/raw/earnings.csv) or Kaggle earnings. Business significance: Corporate narrative and forward-looking risk.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pipeline — order of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1. Schema: Create DB tables (raw_articles, fed_documents, earnings_transcripts, market_daily, documents_processed, nlp_signals, regime_states).</a:t>
            </a:r>
          </a:p>
          <a:p>
            <a:pPr>
              <a:defRPr sz="1400"/>
            </a:pPr>
            <a:r>
              <a:t>2. Collectors: news_collector → fed_scraper → market_collector → kaggle_collector → earnings (CSV).</a:t>
            </a:r>
          </a:p>
          <a:p>
            <a:pPr>
              <a:defRPr sz="1400"/>
            </a:pPr>
            <a:r>
              <a:t>3. Preprocess: Run on raw_articles, fed_documents, earnings_transcripts → documents_processed.</a:t>
            </a:r>
          </a:p>
          <a:p>
            <a:pPr>
              <a:defRPr sz="1400"/>
            </a:pPr>
            <a:r>
              <a:t>4. Sentiment: FinBERT on documents_processed → nlp_signals (per-doc then aggregated by date).</a:t>
            </a:r>
          </a:p>
          <a:p>
            <a:pPr>
              <a:defRPr sz="1400"/>
            </a:pPr>
            <a:r>
              <a:t>5. Regime: Daily features from nlp_signals → HMM → regime_states.</a:t>
            </a:r>
          </a:p>
          <a:p>
            <a:pPr>
              <a:defRPr sz="1400"/>
            </a:pPr>
            <a:r>
              <a:t>6. Topics: BERTopic on documents_processed → topic_hint per document.</a:t>
            </a:r>
          </a:p>
          <a:p>
            <a:pPr>
              <a:defRPr sz="1400"/>
            </a:pPr>
            <a:r>
              <a:t>7. Dashboard: Streamlit reads from DB; stress and GPT briefing use regime + sentiment + topics.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 — preprocessing (after collection)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Cleaning: Strip HTML (trafilatura), remove boilerplate, normalize whitespace; sentence segmentation (spaCy when available). Output: content_clean, content_sentences, word_count.</a:t>
            </a:r>
          </a:p>
          <a:p>
            <a:pPr>
              <a:defRPr sz="1400"/>
            </a:pPr>
            <a:r>
              <a:t>Deduplication: MinHash fingerprint + Jaccard threshold (e.g. 0.85) so near-duplicate articles are dropped. Business significance: Reduces noise and double-counting of the same story.</a:t>
            </a:r>
          </a:p>
          <a:p>
            <a:pPr>
              <a:defRPr sz="1400"/>
            </a:pPr>
            <a:r>
              <a:t>Language filter: Keep English-only (langdetect). Minimum word count (e.g. 20) to drop snippets.</a:t>
            </a:r>
          </a:p>
          <a:p>
            <a:pPr>
              <a:defRPr sz="1400"/>
            </a:pPr>
            <a:r>
              <a:t>Time alignment: Map published timestamps to calendar date (align_publish_to_date) for consistent daily aggregation. Business significance: Correct date ensures regime and sentiment align to the right trading day.</a:t>
            </a:r>
          </a:p>
          <a:p>
            <a:pPr>
              <a:defRPr sz="1400"/>
            </a:pPr>
            <a:r>
              <a:t>Output table: documents_processed (source_id, source_table, source_type, title, content_clean, content_sentences, published_date, topic_hint, minhash_fingerprint).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 — market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OHLCV: Open, high, low, close, volume from yfinance (and FRED for macro series).</a:t>
            </a:r>
          </a:p>
          <a:p>
            <a:pPr>
              <a:defRPr sz="1400"/>
            </a:pPr>
            <a:r>
              <a:t>Returns: returns_1d, returns_5d, returns_21d, returns_63d (percent change over 1, 5, 21, 63 days). Business significance: Momentum and horizon-specific performance.</a:t>
            </a:r>
          </a:p>
          <a:p>
            <a:pPr>
              <a:defRPr sz="1400"/>
            </a:pPr>
            <a:r>
              <a:t>Realized volatility: 21-day rolling standard deviation of daily returns (realized_vol_21d). Business significance: Captures recent market uncertainty for stress context.</a:t>
            </a:r>
          </a:p>
          <a:p>
            <a:pPr>
              <a:defRPr sz="1400"/>
            </a:pPr>
            <a:r>
              <a:t>Stored in: market_daily (per ticker/date), macro_indicators (FRED series).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1 — Sentiment (FinBERT)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Technical: FinBERT (ProsusAI/finbert) is a BERT model fine-tuned on financial text. Input: sentence(s) from document. Output: (score, p_positive, p_negative, p_neutral); score = p_pos − p_neg on scale −1 to +1.</a:t>
            </a:r>
          </a:p>
          <a:p>
            <a:pPr>
              <a:defRPr sz="1400"/>
            </a:pPr>
            <a:r>
              <a:t>Granular: We split each document into sentences, score each (up to 50 per doc), then average. One row per document in nlp_signals with date, source_type, sentiment_score, and probabilities.</a:t>
            </a:r>
          </a:p>
          <a:p>
            <a:pPr>
              <a:defRPr sz="1400"/>
            </a:pPr>
            <a:r>
              <a:t>Business significance: Converts unstructured news/Fed/earnings text into a numeric sentiment signal. Negative sentiment clusters often precede or coincide with risk-off regimes; positive with risk-on.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2 — Regime detection (HMM)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Technical: Daily features from nlp_signals: sentiment_mean, sentiment_std, sentiment_drift (21-day rolling mean diff). Features are z-scored. Gaussian HMM (3 components, full covariance) from hmmlearn; states are labeled Risk-On, Transitional, Risk-Off using emission means.</a:t>
            </a:r>
          </a:p>
          <a:p>
            <a:pPr>
              <a:defRPr sz="1400"/>
            </a:pPr>
            <a:r>
              <a:t>Granular: One regime state per calendar day; probability of Risk-Off (and confidence) stored in regime_states. Optional: ruptures for change-point detection; configurable n_iter (e.g. 100).</a:t>
            </a:r>
          </a:p>
          <a:p>
            <a:pPr>
              <a:defRPr sz="1400"/>
            </a:pPr>
            <a:r>
              <a:t>Business significance: Gives a single, interpretable regime label per day so stakeholders can see whether the economy is in risk-on, transitional, or risk-off mode—and how confident the model 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3 — Topics (BERTopic)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Technical: Sentence-transformers (e.g. all-MiniLM-L6-v2) for embeddings; UMAP for dimensionality reduction; HDBSCAN for clustering (no fixed number of topics). Each document gets a topic_id; BERTopic generates a label per topic. We store topic_hint on documents_processed.</a:t>
            </a:r>
          </a:p>
          <a:p>
            <a:pPr>
              <a:defRPr sz="1400"/>
            </a:pPr>
            <a:r>
              <a:t>Granular: Adaptive min_cluster_size / min_samples for small corpora so more documents get real themes instead of one big outlier bucket. Humanized labels (e.g. Bitcoin &amp; crypto, Federal Reserve) for the dashboard.</a:t>
            </a:r>
          </a:p>
          <a:p>
            <a:pPr>
              <a:defRPr sz="1400"/>
            </a:pPr>
            <a:r>
              <a:t>Business significance: Surfaces dominant narrative themes (inflation, Fed, credit, etc.) so stakeholders see what the corpus is about and how it ties to regime and stress.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Stress level &amp; KPI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Stress score (0–100): Derived from current regime Risk-Off probability and latest daily sentiment. Scale: 0–25 Low, 25–50 Elevated, 50–75 High, 75–100 Critical. Business significance: Single number for how stressed the market is; drives suggested actions (e.g. capital preservation at Critical).</a:t>
            </a:r>
          </a:p>
          <a:p>
            <a:pPr>
              <a:defRPr sz="1400"/>
            </a:pPr>
            <a:r>
              <a:t>KPI page: Raw articles, processed docs, regime days, NLP signals, topic diversity vs targets (e.g. ≥1000 raw, ≥500 processed, ≥90 regime days). Gauges show % of target achieved.</a:t>
            </a:r>
          </a:p>
          <a:p>
            <a:pPr>
              <a:defRPr sz="1400"/>
            </a:pPr>
            <a:r>
              <a:t>Success summary: All benchmark targets met → pipeline is industry-ready; below benchmark → run full pipeline (e.g. Kaggle + topic labels) for production quality.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briefing &amp; mitigation paths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Input: Current regime, regime trend, sentiment trend, topic summary, stress info. Sent to GPT-4 (configurable model) with a structured prompt.</a:t>
            </a:r>
          </a:p>
          <a:p>
            <a:pPr>
              <a:defRPr sz="1400"/>
            </a:pPr>
            <a:r>
              <a:t>Output: scenario_summary, risk_briefing (full narrative), early_warnings, precautions, mitigation_paths. Cached per date in llm_briefings.</a:t>
            </a:r>
          </a:p>
          <a:p>
            <a:pPr>
              <a:defRPr sz="1400"/>
            </a:pPr>
            <a:r>
              <a:t>Business significance: Converts technical signals into plain-language risk briefing and concrete mitigation steps for leadership and risk committees.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flow (summary)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Data → Preprocess → Sentiment → Regime (+ Topics, Market) → Stress + Briefing → Dashboard.</a:t>
            </a:r>
          </a:p>
          <a:p>
            <a:pPr>
              <a:defRPr sz="1400"/>
            </a:pPr>
            <a:r>
              <a:t>Stakeholders see: stress gauge, regime over time, sentiment trend, topic distribution, market vs regime overlay, AI risk briefing and mitigation paths, and KPI success page.</a:t>
            </a:r>
          </a:p>
          <a:p>
            <a:pPr>
              <a:defRPr sz="1400"/>
            </a:pPr>
            <a:r>
              <a:t>Pipeline can be run locally (run_all_data.py) or from the app (Run pipeline now) with configurable limits and optional topic labels.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terminology — key terms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FinBERT: Pre-trained BERT for financial sentiment. Business: Enables consistent, comparable sentiment from news/Fed/earnings.</a:t>
            </a:r>
          </a:p>
          <a:p>
            <a:pPr>
              <a:defRPr sz="1400"/>
            </a:pPr>
            <a:r>
              <a:t>HMM (Hidden Markov Model): Probabilistic model over a sequence of states. Business: Regime is a sequence of daily states (Risk-On / Transitional / Risk-Off).</a:t>
            </a:r>
          </a:p>
          <a:p>
            <a:pPr>
              <a:defRPr sz="1400"/>
            </a:pPr>
            <a:r>
              <a:t>BERTopic: Topic model using embeddings + UMAP + HDBSCAN. Business: Automatic theme discovery without pre-defined categories.</a:t>
            </a:r>
          </a:p>
          <a:p>
            <a:pPr>
              <a:defRPr sz="1400"/>
            </a:pPr>
            <a:r>
              <a:t>MinHash: Sketch for fast similarity (Jaccard). Business: Deduplication so the same story from multiple sources counts once.</a:t>
            </a:r>
          </a:p>
          <a:p>
            <a:pPr>
              <a:defRPr sz="1400"/>
            </a:pPr>
            <a:r>
              <a:t>NLP signals: Document-level sentiment and metadata stored by date. Business: Input for daily regime and dashboards.</a:t>
            </a:r>
          </a:p>
          <a:p>
            <a:pPr>
              <a:defRPr sz="1400"/>
            </a:pPr>
            <a:r>
              <a:t>Regime state: Single daily label (Risk-On / Transitional / Risk-Off) with probability. Business: Clear, communicable market mood.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terminology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Stress score: 0–100 index from regime probability and sentiment. Business: One number for risk committees and alerts.</a:t>
            </a:r>
          </a:p>
          <a:p>
            <a:pPr>
              <a:defRPr sz="1400"/>
            </a:pPr>
            <a:r>
              <a:t>documents_processed: Cleaned, deduplicated, time-aligned text ready for NLP. Business: Quality input for models.</a:t>
            </a:r>
          </a:p>
          <a:p>
            <a:pPr>
              <a:defRPr sz="1400"/>
            </a:pPr>
            <a:r>
              <a:t>realized_vol_21d: 21-day rolling volatility of returns. Business: Captures recent market uncertainty.</a:t>
            </a:r>
          </a:p>
          <a:p>
            <a:pPr>
              <a:defRPr sz="1400"/>
            </a:pPr>
            <a:r>
              <a:t>sentiment_drift: Change in 21-day rolling mean sentiment. Business: Captures shift in narrative tone for regime transitions.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success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Data coverage: Raw articles ≥1000, processed docs ≥500, regime days ≥90, NLP signals ≥500, topic themes ≥3.</a:t>
            </a:r>
          </a:p>
          <a:p>
            <a:pPr>
              <a:defRPr sz="1400"/>
            </a:pPr>
            <a:r>
              <a:t>Date range: Documents and regime series should span the period of interest (e.g. 2025–2026) for continuous insight.</a:t>
            </a:r>
          </a:p>
          <a:p>
            <a:pPr>
              <a:defRPr sz="1400"/>
            </a:pPr>
            <a:r>
              <a:t>Topic diversity: Multiple distinct themes (not everything in Other) so narrative analysis is meaningful.</a:t>
            </a:r>
          </a:p>
          <a:p>
            <a:pPr>
              <a:defRPr sz="1400"/>
            </a:pPr>
            <a:r>
              <a:t>Regime continuity: Many days of regime_states so the chart shows trends, not sparse spikes.</a:t>
            </a:r>
          </a:p>
          <a:p>
            <a:pPr>
              <a:defRPr sz="1400"/>
            </a:pPr>
            <a:r>
              <a:t>Benchmark: When all targets are met, the project is considered successful and industry-relevant for stakeholder use.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— industry relevance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ERIS turns multi-source financial text and market data into a single, explainable view of economic regime, stress, and themes.</a:t>
            </a:r>
          </a:p>
          <a:p>
            <a:pPr>
              <a:defRPr sz="1400"/>
            </a:pPr>
            <a:r>
              <a:t>Stakeholders get: stress level, regime over time, topic distribution, market linkage, and AI-generated risk briefing with mitigation paths.</a:t>
            </a:r>
          </a:p>
          <a:p>
            <a:pPr>
              <a:defRPr sz="1400"/>
            </a:pPr>
            <a:r>
              <a:t>Success is measured by data coverage and KPI benchmarks; the dashboard and pipeline are designed for production use (local or Streamlit Cloud).</a:t>
            </a:r>
          </a:p>
          <a:p>
            <a:pPr>
              <a:defRPr sz="1400"/>
            </a:pPr>
            <a:r>
              <a:t>Next steps: Maintain pipeline runs (collectors + preprocess + sentiment + regime + topics), monitor KPIs, and iterate on benchmarks for your organization.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